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E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JJ P&amp;L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00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E9E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ระบบบัญชีรายรับ–รายจ่าย และวิเคราะห์ต้นทุนวัตถุดิบ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886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C9C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จริงใจหมูกระทะ · สาขารัชดา + ลาดพร้าว · สิงหาคม 2569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9C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ทำงานคู่กับระบบนับสต๊อก JJ StockCheck บนฐานข้อมูลเดียวกัน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ที่มา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ทำไมต้องมีระบบนี้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JJ P&amp;L · จริงใจหมูกระทะ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FF3F3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64208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ก่อนมีระบบ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011680"/>
            <a:ext cx="5065776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บิลกระดาษกองรวม เดือนละเกือบ 200 ใบ/สาขา คีย์ Excel ย้อนหลังทีละใบ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ไม่รู้ต้นทุนจริงจนกว่าจะปิดเดือน — รู้ตัวอีกทีก็สายไป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ราคาซัพขึ้นเงียบ ๆ ไม่มีใครเห็น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ของหาย/ตักเกิน/เหลือทิ้ง ไม่มีตัวเลขชี้จุด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สองสาขาข้อมูลคนละไฟล์ เทียบกันไม่ได้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safety/max ในแอพนับ ตั้งมือทีละตัว ไม่ขยับตามยอดขาย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BF7E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82512" y="1664208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หลังมีระบบ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382512" y="2011680"/>
            <a:ext cx="5065776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ถ่ายรูปบิล → OCR อ่านรายการ+ยอดให้ ตรวจแล้วบันทึก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เห็นต้นทุน กำไร รายวัน–รายเดือน ทุกสาขา เรียลไทม์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กราฟราคารายสินค้า เตือนเมื่อซัพขยับราคา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"ใช้จริง" จากการนับสต๊อก เทียบ "ควรใช้" จับของรั่วเป็นตัวเลข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เทียบสองสาขาข้างกันในคลิกเดียว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คำนวณ safety/max รายวัน จ–อา ให้อัตโนมัติ (β)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โครงสร้าง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ภาพรวมระบบนิเวศ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JJ P&amp;L · จริงใจหมูกระทะ</a:t>
            </a:r>
            <a:endParaRPr lang="en-US" sz="1000" dirty="0"/>
          </a:p>
        </p:txBody>
      </p:sp>
      <p:pic>
        <p:nvPicPr>
          <p:cNvPr id="5" name="Image 0" descr="/home/claude/docs/d1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103327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โครงสร้าง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โครงสร้างทางเทคนิค — เบา เร็ว ค่าใช้จ่าย ฿0/เดือน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JJ P&amp;L · จริงใจหมูกระทะ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FBF7E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6420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ตัวแอพ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011680"/>
            <a:ext cx="3236976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ไฟล์ HTML ไฟล์เดียวต่อแอพ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โฮสต์ฟรีบน GitHub Pages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เปิดจากมือถือ/คอมได้ทันที ไม่ต้องติดตั้ง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อัปเดต = วางไฟล์ทับ 1 ไฟล์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FBF7E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62272" y="166420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ฐานข้อมูล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2011680"/>
            <a:ext cx="3236976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Supabase (PostgreSQL คลาวด์)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ทุกสาขา ทุกเครื่อง ข้อมูลชุดเดียว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เรียลไทม์ — เครื่องหนึ่งบันทึก อีกเครื่องเห็นทันที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รองรับข้อมูลโตหลายปี (มีดัชนีความเร็วแล้ว)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FBF7E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11312" y="166420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ตัวช่วยอัจฉริยะ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211312" y="2011680"/>
            <a:ext cx="3236976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OCR สแกนบิล: Cloudflare Worker + Gemini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จำชื่อเรียกของแต่ละซัพ (alias) — สแกนครั้งต่อไปลงถูกเอง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แปลงหน่วยอัตโนมัติ (ลัง↔โล)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ชุดทดสอบอัตโนมัติ 48 ชุดก่อนส่งทุกเวอร์ชัน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ฟังก์ชัน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เมนูหลักของ JJ P&amp;L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JJ P&amp;L · จริงใจหมูกระทะ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BF7E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1848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แดชบอร์ด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965960"/>
            <a:ext cx="32369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ภาพรวมเดือน: ยอดขาย ต้นทุน กำไร กราฟเทียบเดือนก่อน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5087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62272" y="161848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รายรับ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1965960"/>
            <a:ext cx="32369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คีย์ยอดขายรายวันจาก POS แยกช่วงเช้า/ค่ำ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5087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BF7E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11312" y="161848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รายจ่าย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211312" y="1965960"/>
            <a:ext cx="32369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สรุปรายจ่ายรายวัน–รายซัพ จ่ายแล้ว/ค้างจ่าย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191256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บันทึกบิล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3538728"/>
            <a:ext cx="32369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ลงบิลละเอียดรายสินค้า + OCR สแกนบิล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3081528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BF7E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62272" y="3191256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รายละเอียด (VAT)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3538728"/>
            <a:ext cx="32369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สรุปบิลตามโหมด VAT ไว้ทำภาษี ตรวจย้อนได้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3081528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11312" y="3191256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ข้อมูลการใช้ของ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211312" y="3538728"/>
            <a:ext cx="32369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ปริมาณ–ราคา–อัตราใช้ต่อยอดขาย รายสินค้า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654296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BF7E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4764024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ใช้จริง (สต๊อก)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5111496"/>
            <a:ext cx="32369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เชื่อมการนับสต๊อก คำนวณใช้จริงรายวัน + 🤖β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4654296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62272" y="4764024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สรุปเดือน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462272" y="5111496"/>
            <a:ext cx="32369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งบกำไรขาดทุนรายเดือน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4654296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BF7E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11312" y="4764024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ใบสำคัญจ่าย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8211312" y="5111496"/>
            <a:ext cx="32369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พิมพ์เอกสารประกอบการจ่ายเงิน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ฟีเจอร์เด่น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บันทึกบิล — หัวใจของข้อมูล ทำได้ใน 1 นาที/ใบ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JJ P&amp;L · จริงใจหมูกระทะ</a:t>
            </a:r>
            <a:endParaRPr lang="en-US" sz="1000" dirty="0"/>
          </a:p>
        </p:txBody>
      </p:sp>
      <p:pic>
        <p:nvPicPr>
          <p:cNvPr id="5" name="Image 0" descr="/mnt/user-data/uploads/1787638543604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5486400" cy="4754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245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E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เลือกซัพจากชิป → ชุดสินค้าประจำขึ้นให้เอง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645920"/>
            <a:ext cx="53949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เลือกซัพพลายเออร์ → รายการสินค้าประจำของเจ้านั้นขึ้นครบ ใส่แค่จำนวน–ราคา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📷 สแกนบิล: ถ่ายรูป → OCR อ่านรายการ+ยอดให้ ตรวจ 10 วิ แล้วบันทึก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จำชื่อบนบิลของแต่ละซัพ — สแกนซ้ำครั้งหน้า ลงถูกเองเงียบ ๆ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สินค้าใหม่ในบิล → เด้งถามผูกกับระบบนับสต๊อกทันที (ผูกครั้งเดียวจำตลอด)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บันทึกแล้วยอดไหลเข้ารายจ่าย/VAT/การใช้ของ อัตโนมัติทุกหน้า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ฟีเจอร์เด่น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รายละเอียดบิลตามโหมด VAT — พร้อมยื่นบัญชี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JJ P&amp;L · จริงใจหมูกระทะ</a:t>
            </a:r>
            <a:endParaRPr lang="en-US" sz="1000" dirty="0"/>
          </a:p>
        </p:txBody>
      </p:sp>
      <p:pic>
        <p:nvPicPr>
          <p:cNvPr id="5" name="Image 0" descr="/mnt/user-data/uploads/IMG_669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5120640" cy="4846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291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E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 ไม่มี VAT / ยังไม่รวม / รวมแล้ว + รายใบ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73736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แยกยอด ก่อน VAT · VAT · สุทธิ ตามโหมดของแต่ละบิลอัตโนมัติ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ตารางรายใบครบทุกบิล แตะแถวเปิดแก้ได้ทันที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ใช้ประกอบการยื่นภาษีซื้อ และตรวจสอบย้อนหลังกับบิลกระดาษ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ดึงข้อมูลแบบแบ่งหน้า — เดือนที่บิลหลายพันแถวก็แสดงครบ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ฟีเจอร์เด่น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ข้อมูลการใช้ของ — รู้ทุกบาทที่ซื้อ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JJ P&amp;L · จริงใจหมูกระทะ</a:t>
            </a:r>
            <a:endParaRPr lang="en-US" sz="1000" dirty="0"/>
          </a:p>
        </p:txBody>
      </p:sp>
      <p:pic>
        <p:nvPicPr>
          <p:cNvPr id="5" name="Image 0" descr="/mnt/user-data/uploads/1787773963730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5852160" cy="4846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291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E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รายสินค้า/แยกซัพ · อัตราใช้ต่อยอดขาย ฿10,000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1645920"/>
            <a:ext cx="51206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รวมทุกซัพเป็นรายสินค้า หรือแยกตามซัพก็ได้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อัตราใช้ต่อยอดขาย ฿10,000 + ใช้/วัน แยก จ–พฤ / ศ / ส–อา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แตะสินค้า → กราฟจำนวนซื้อ + เส้นราคาแยกรายซัพ เห็นเจ้าไหนขึ้นราคา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⚠ หน่วยปน: ซัพส่งลังบ้างโลบ้าง ตั้งอัตราแปลงครั้งเดียว ระบบรวมให้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ออกรายงาน PDF หน้า A4/สินค้า เลือกกรองตามซัพ/หมวดได้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ฟีเจอร์เด่น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🆚 เทียบสาขา — สาขาสอนสาขา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JJ P&amp;L · จริงใจหมูกระทะ</a:t>
            </a:r>
            <a:endParaRPr lang="en-US" sz="1000" dirty="0"/>
          </a:p>
        </p:txBody>
      </p:sp>
      <p:pic>
        <p:nvPicPr>
          <p:cNvPr id="5" name="Image 0" descr="/mnt/user-data/uploads/1787775872371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6583680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1539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E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เรียงตามผลต่างที่เป็นเงินมากสุดก่อน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1737360"/>
            <a:ext cx="4389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เทียบอัตราใช้ต่อ ฿10,000 — ตัดผลร้านขายมาก/น้อย เทียบแฟร์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▲▼ ต่างเกิน ±20% ทาแดง สะดุดตาทันที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เรียงตัวที่ต่างเป็นเงินมากสุดขึ้นก่อน — รู้ว่าต้องไปไล่ดูตัวไหน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ใช้หาว่าอีกสาขาทำงานยังไงถึงประหยัดกว่า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ฟีเจอร์เด่น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ใช้จริง (สต๊อก) — เชื่อมการนับของเข้ากับบัญชี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JJ P&amp;L · จริงใจหมูกระทะ</a:t>
            </a:r>
            <a:endParaRPr lang="en-US" sz="1000" dirty="0"/>
          </a:p>
        </p:txBody>
      </p:sp>
      <p:pic>
        <p:nvPicPr>
          <p:cNvPr id="5" name="Image 0" descr="/mnt/user-data/uploads/1787776778245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5303520" cy="4800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2453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E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ใช้จริงรายช่วงนับ + เทียบค่าเฉลี่ยเดือน</a:t>
            </a:r>
            <a:endParaRPr lang="en-US" sz="1050" dirty="0"/>
          </a:p>
        </p:txBody>
      </p:sp>
      <p:pic>
        <p:nvPicPr>
          <p:cNvPr id="7" name="Image 1" descr="/home/claude/docs/d3_u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5577840" cy="1371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26480" y="32004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พนักงานนับตามเดิม ระบบอ่านผลนับมาคิดให้เอง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ดูได้ 3 โหมด: ช่วงล่าสุด · รายวัน (ปุ่ม ‹ ›) · กำหนดช่วงวันที่เอง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ติดลบ = มีของเข้าที่ยังไม่มีบิล — ระบบทาแดง + ⏳ บอกสาเหตุเอง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ผูกชื่อสองระบบครั้งเดียวจำตลอด มีตัวเดา+ผูกตามอีกสาขาให้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คุณภาพ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ระบบกันพลาด — ออกแบบให้เลขเชื่อถือได้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JJ P&amp;L · จริงใจหมูกระทะ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BF7E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70992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ป้ายแดงบนเมนู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057400"/>
            <a:ext cx="323697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สินค้าใหม่ในระบบนับที่ยังไม่ผูก — เตือนจนกว่าจะครบ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BF7E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62272" y="170992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แถบ ⏳ บิลยังไม่ลง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2057400"/>
            <a:ext cx="323697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วันนับล่าสุดไม่มีบิล → บอกเองว่าเลขชั่วคราว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BF7E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11312" y="170992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⚠ หน่วยปน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211312" y="2057400"/>
            <a:ext cx="323697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ชื่อเดียวหลายหน่วย → ชวนตั้งอัตราแปลง ไม่มั่วรวม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8587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เพดานข้อมูล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206240"/>
            <a:ext cx="323697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ดึงแบ่งหน้าจนครบ เดือนหมื่นแถวก็ไม่ตกหล่น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37490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62272" y="38587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เรียลไทม์หลายเครื่อง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4206240"/>
            <a:ext cx="323697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แก้พร้อมกันไม่ทับกัน มีตัวกันฟอร์มค้าง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46720" y="37490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11312" y="38587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ทดสอบอัตโนมัติ 48 ชุด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211312" y="4206240"/>
            <a:ext cx="323697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ทุกเวอร์ชันผ่านการไล่เช็คเลขกับมือก่อนส่ง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ก้าวต่อไปที่เริ่มแล้ว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🤖 ตั้งค่า safety/max อัตโนมัติ (beta)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JJ P&amp;L · จริงใจหมูกระทะ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ใช้ข้อมูล "ใช้จริงรายวัน" คำนวณค่าที่ควรตั้ง แยกวันจันทร์–อาทิตย์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สูตรปรับได้: safety = ใช้เฉลี่ย ×1.2 · max = safety ×2 · วันหยุดพิเศษ ×1.3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ตัวข้อมูลน้อยติดป้าย ไม่ติ๊กให้เอง — คนตรวจก่อนเสมอ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กดยืนยัน → เขียนเข้าแอพนับ โฟลว์สั่งของเดิมใช้เลขใหม่ทันที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เฟสถัดไป: ระบบเขียนเองทุกเช้า + สั่งของอัตโนมัติเต็มรูปแบบ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1737360"/>
            <a:ext cx="3749040" cy="4206240"/>
          </a:xfrm>
          <a:prstGeom prst="roundRect">
            <a:avLst>
              <a:gd name="adj" fmla="val 2195"/>
            </a:avLst>
          </a:prstGeom>
          <a:solidFill>
            <a:srgbClr val="FFF3F3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28432" y="1847088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ทำไมสำคัญ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028432" y="2194560"/>
            <a:ext cx="341985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เลิกตั้งตัวเลข ~200 ตัว × 2 สาขา ด้วยมือ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วันศุกร์เตรียมของไม่เท่าวันจันทร์อีกต่อไป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ยอดขายโต เลขขยับตามเอง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คุณค่า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สรุปข้อดี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JJ P&amp;L · จริงใจหมูกระทะ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70992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ประหยัดเวลา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057400"/>
            <a:ext cx="323697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ลงบิล 1 นาที/ใบ ด้วย OCR · งานคีย์ Excel หายไปทั้งก้อน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BF7E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62272" y="170992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เห็นเงินทุกบาท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2057400"/>
            <a:ext cx="323697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ต้นทุน–กำไรรายวัน · กราฟราคาไว้ต่อรองซัพ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11312" y="170992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จับของรั่ว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211312" y="2057400"/>
            <a:ext cx="323697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ใช้จริง vs ควรใช้ ชี้เป็นตัวเลขรายสินค้า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BF7E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8587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สองสาขาหนึ่งจอ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206240"/>
            <a:ext cx="323697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เทียบกันแฟร์ ๆ เอาวิธีที่ดีไปใช้ทั้งเครือ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37490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62272" y="38587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ต่อยอดอัตโนมัติ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4206240"/>
            <a:ext cx="323697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ฐานข้อมูลพร้อมสำหรับสั่งของอัตโนมัติเต็มระบบ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46720" y="37490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BF7E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11312" y="38587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ค่าใช้จ่าย ฿0/เดือน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211312" y="4206240"/>
            <a:ext cx="323697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โฮสต์ฟรี ฐานข้อมูลฟรี ไม่มีค่ารายเดือน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ต่อจากนี้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โรดแมป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4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JJ P&amp;L · จริงใจหมูกระทะ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0789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ก.ย. 2569 — เปิดใช้ 🤖 safety/max อัตโนมัติเต็มรูปแบบ (ข้อมูลครบ 4 สัปดาห์)</a:t>
            </a:r>
            <a:endParaRPr lang="en-US" sz="17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สำรองข้อมูลลง NAS ทุกคืน — สำเนาที่ร้านถือเอง</a:t>
            </a:r>
            <a:endParaRPr lang="en-US" sz="17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📱 LINE สรุปเช้าอัตโนมัติ: ยอดขาย · ของใช้ผิดปกติ · ราคาซัพขยับ · บิลค้างลง</a:t>
            </a:r>
            <a:endParaRPr lang="en-US" sz="17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สั่งของอัตโนมัติ: ระบบร่างใบสั่ง คนกดยืนยันเดียว</a:t>
            </a:r>
            <a:endParaRPr lang="en-US" sz="17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A211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💬 JJ Copilot: พิมพ์ถามข้อมูลร้านเป็นภาษาคน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2026-08-27T20:38:11Z</dcterms:created>
  <dcterms:modified xsi:type="dcterms:W3CDTF">2026-08-27T20:38:11Z</dcterms:modified>
</cp:coreProperties>
</file>